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Cybersecurity Risk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using Llama 3.1 + LlamaIndex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Total risks identified: 10</a:t>
            </a:r>
          </a:p>
          <a:p/>
          <a:p>
            <a:r>
              <a:t>High risks: 3</a:t>
            </a:r>
          </a:p>
          <a:p>
            <a:r>
              <a:t>Medium risks: 5</a:t>
            </a:r>
          </a:p>
          <a:p>
            <a:r>
              <a:t>Low risks: 2</a:t>
            </a:r>
          </a:p>
          <a:p/>
          <a:p>
            <a:r>
              <a:t>Overall recommendation:</a:t>
            </a:r>
          </a:p>
          <a:p>
            <a:r>
              <a:t>Proceed only after key risk areas have been reviewed and mitigation evidence has been provided by the vendor.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Breakdown by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Protection: 1 risk(s)</a:t>
            </a:r>
          </a:p>
          <a:p>
            <a:r>
              <a:t>- Privacy and Compliance: 2 risk(s)</a:t>
            </a:r>
          </a:p>
          <a:p>
            <a:r>
              <a:t>- Business Continuity: 2 risk(s)</a:t>
            </a:r>
          </a:p>
          <a:p>
            <a:r>
              <a:t>- Monitoring and Logging: 2 risk(s)</a:t>
            </a:r>
          </a:p>
          <a:p>
            <a:r>
              <a:t>- Vendor Risk: 3 risk(s)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Risk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R002: Cross-border data residency compliance should be evidenced (High)</a:t>
            </a:r>
          </a:p>
          <a:p>
            <a:r>
              <a:t>- R007: Third-party assurance evidence should be reviewed (High)</a:t>
            </a:r>
          </a:p>
          <a:p>
            <a:r>
              <a:t>- R010: Privacy Impact Assessment evidence should be reviewed (High)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Review data residency agreements and validate regulatory compliance obligations.</a:t>
            </a:r>
          </a:p>
          <a:p>
            <a:r>
              <a:t>- Review vendor assurance evidence, contracts and security responsibilities.</a:t>
            </a:r>
          </a:p>
          <a:p>
            <a:r>
              <a:t>- Review recent PIA findings and mitigation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vendor should provide additional assurance evidence before approval.</a:t>
            </a:r>
          </a:p>
          <a:p/>
          <a:p>
            <a:r>
              <a:t>Priority actions:</a:t>
            </a:r>
          </a:p>
          <a:p>
            <a:r>
              <a:t>- Clarify privacy and compliance obligations</a:t>
            </a:r>
          </a:p>
          <a:p>
            <a:r>
              <a:t>- Strengthen monitoring and logging controls</a:t>
            </a:r>
          </a:p>
          <a:p>
            <a:r>
              <a:t>- Confirm business continuity arrangements</a:t>
            </a:r>
          </a:p>
          <a:p>
            <a:r>
              <a:t>- Improve vendor risk transparency</a:t>
            </a:r>
          </a:p>
          <a:p>
            <a:r>
              <a:t>- Provide evidence for unresolved controls</a:t>
            </a:r>
          </a:p>
          <a:p/>
          <a:p>
            <a:r>
              <a:t>Decision recommendation:</a:t>
            </a:r>
          </a:p>
          <a:p>
            <a:r>
              <a:t>Conditional approval only after mitigation plans and supporting evidence are reviewed.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